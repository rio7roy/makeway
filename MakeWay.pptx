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Poppins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ZtMEtacQmsw3BszDSkT14KRX9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Poppins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739467" y="4640464"/>
            <a:ext cx="6809066" cy="503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3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Hi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-815701" y="432451"/>
            <a:ext cx="19919400" cy="3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1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367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MAKE-WAY</a:t>
            </a:r>
            <a:endParaRPr sz="100"/>
          </a:p>
        </p:txBody>
      </p:sp>
      <p:sp>
        <p:nvSpPr>
          <p:cNvPr id="90" name="Google Shape;90;p2"/>
          <p:cNvSpPr/>
          <p:nvPr/>
        </p:nvSpPr>
        <p:spPr>
          <a:xfrm>
            <a:off x="1881114" y="2389177"/>
            <a:ext cx="14691549" cy="9818372"/>
          </a:xfrm>
          <a:custGeom>
            <a:rect b="b" l="l" r="r" t="t"/>
            <a:pathLst>
              <a:path extrusionOk="0" h="8987068" w="13447642">
                <a:moveTo>
                  <a:pt x="0" y="0"/>
                </a:moveTo>
                <a:lnTo>
                  <a:pt x="13447642" y="0"/>
                </a:lnTo>
                <a:lnTo>
                  <a:pt x="13447642" y="8987068"/>
                </a:lnTo>
                <a:lnTo>
                  <a:pt x="0" y="89870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2"/>
          <p:cNvSpPr txBox="1"/>
          <p:nvPr/>
        </p:nvSpPr>
        <p:spPr>
          <a:xfrm>
            <a:off x="10652473" y="3683263"/>
            <a:ext cx="74418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47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By Rio Roy</a:t>
            </a:r>
            <a:endParaRPr sz="1530"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/>
        </p:nvSpPr>
        <p:spPr>
          <a:xfrm>
            <a:off x="435783" y="1252458"/>
            <a:ext cx="6908346" cy="2408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endParaRPr/>
          </a:p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SOLUTION</a:t>
            </a:r>
            <a:endParaRPr/>
          </a:p>
        </p:txBody>
      </p:sp>
      <p:grpSp>
        <p:nvGrpSpPr>
          <p:cNvPr id="97" name="Google Shape;97;p3"/>
          <p:cNvGrpSpPr/>
          <p:nvPr/>
        </p:nvGrpSpPr>
        <p:grpSpPr>
          <a:xfrm>
            <a:off x="8915531" y="-2058202"/>
            <a:ext cx="6025967" cy="14835434"/>
            <a:chOff x="25400" y="0"/>
            <a:chExt cx="8034623" cy="19780578"/>
          </a:xfrm>
        </p:grpSpPr>
        <p:sp>
          <p:nvSpPr>
            <p:cNvPr id="98" name="Google Shape;98;p3"/>
            <p:cNvSpPr/>
            <p:nvPr/>
          </p:nvSpPr>
          <p:spPr>
            <a:xfrm rot="-5400000">
              <a:off x="-629689" y="6580673"/>
              <a:ext cx="3953976" cy="1957218"/>
            </a:xfrm>
            <a:custGeom>
              <a:rect b="b" l="l" r="r" t="t"/>
              <a:pathLst>
                <a:path extrusionOk="0" h="1957218" w="3953976">
                  <a:moveTo>
                    <a:pt x="0" y="0"/>
                  </a:moveTo>
                  <a:lnTo>
                    <a:pt x="3953975" y="0"/>
                  </a:lnTo>
                  <a:lnTo>
                    <a:pt x="3953975" y="1957218"/>
                  </a:lnTo>
                  <a:lnTo>
                    <a:pt x="0" y="195721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99" name="Google Shape;99;p3"/>
            <p:cNvSpPr/>
            <p:nvPr/>
          </p:nvSpPr>
          <p:spPr>
            <a:xfrm>
              <a:off x="429040" y="12768823"/>
              <a:ext cx="7096918" cy="7011755"/>
            </a:xfrm>
            <a:custGeom>
              <a:rect b="b" l="l" r="r" t="t"/>
              <a:pathLst>
                <a:path extrusionOk="0" h="7011755" w="7096918">
                  <a:moveTo>
                    <a:pt x="0" y="0"/>
                  </a:moveTo>
                  <a:lnTo>
                    <a:pt x="7096918" y="0"/>
                  </a:lnTo>
                  <a:lnTo>
                    <a:pt x="7096918" y="7011755"/>
                  </a:lnTo>
                  <a:lnTo>
                    <a:pt x="0" y="701175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0" name="Google Shape;100;p3"/>
            <p:cNvSpPr/>
            <p:nvPr/>
          </p:nvSpPr>
          <p:spPr>
            <a:xfrm rot="-5462897">
              <a:off x="2460440" y="4704225"/>
              <a:ext cx="2192664" cy="1756138"/>
            </a:xfrm>
            <a:custGeom>
              <a:rect b="b" l="l" r="r" t="t"/>
              <a:pathLst>
                <a:path extrusionOk="0" h="1756138" w="2192664">
                  <a:moveTo>
                    <a:pt x="0" y="0"/>
                  </a:moveTo>
                  <a:lnTo>
                    <a:pt x="2192664" y="0"/>
                  </a:lnTo>
                  <a:lnTo>
                    <a:pt x="2192664" y="1756138"/>
                  </a:lnTo>
                  <a:lnTo>
                    <a:pt x="0" y="1756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1" name="Google Shape;101;p3"/>
            <p:cNvSpPr/>
            <p:nvPr/>
          </p:nvSpPr>
          <p:spPr>
            <a:xfrm rot="-5400000">
              <a:off x="4459673" y="8010127"/>
              <a:ext cx="3953976" cy="1957218"/>
            </a:xfrm>
            <a:custGeom>
              <a:rect b="b" l="l" r="r" t="t"/>
              <a:pathLst>
                <a:path extrusionOk="0" h="1957218" w="3953976">
                  <a:moveTo>
                    <a:pt x="0" y="0"/>
                  </a:moveTo>
                  <a:lnTo>
                    <a:pt x="3953975" y="0"/>
                  </a:lnTo>
                  <a:lnTo>
                    <a:pt x="3953975" y="1957217"/>
                  </a:lnTo>
                  <a:lnTo>
                    <a:pt x="0" y="19572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3"/>
            <p:cNvSpPr/>
            <p:nvPr/>
          </p:nvSpPr>
          <p:spPr>
            <a:xfrm rot="-5462897">
              <a:off x="4065193" y="4569119"/>
              <a:ext cx="2192664" cy="1756138"/>
            </a:xfrm>
            <a:custGeom>
              <a:rect b="b" l="l" r="r" t="t"/>
              <a:pathLst>
                <a:path extrusionOk="0" h="1756138" w="2192664">
                  <a:moveTo>
                    <a:pt x="0" y="0"/>
                  </a:moveTo>
                  <a:lnTo>
                    <a:pt x="2192664" y="0"/>
                  </a:lnTo>
                  <a:lnTo>
                    <a:pt x="2192664" y="1756138"/>
                  </a:lnTo>
                  <a:lnTo>
                    <a:pt x="0" y="1756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3" name="Google Shape;103;p3"/>
            <p:cNvSpPr/>
            <p:nvPr/>
          </p:nvSpPr>
          <p:spPr>
            <a:xfrm rot="-5462897">
              <a:off x="3576723" y="7219475"/>
              <a:ext cx="2192664" cy="1756138"/>
            </a:xfrm>
            <a:custGeom>
              <a:rect b="b" l="l" r="r" t="t"/>
              <a:pathLst>
                <a:path extrusionOk="0" h="1756138" w="2192664">
                  <a:moveTo>
                    <a:pt x="0" y="0"/>
                  </a:moveTo>
                  <a:lnTo>
                    <a:pt x="2192663" y="0"/>
                  </a:lnTo>
                  <a:lnTo>
                    <a:pt x="2192663" y="1756138"/>
                  </a:lnTo>
                  <a:lnTo>
                    <a:pt x="0" y="1756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4" name="Google Shape;104;p3"/>
            <p:cNvSpPr/>
            <p:nvPr/>
          </p:nvSpPr>
          <p:spPr>
            <a:xfrm rot="-5462897">
              <a:off x="2417593" y="8995988"/>
              <a:ext cx="2192664" cy="1756138"/>
            </a:xfrm>
            <a:custGeom>
              <a:rect b="b" l="l" r="r" t="t"/>
              <a:pathLst>
                <a:path extrusionOk="0" h="1756138" w="2192664">
                  <a:moveTo>
                    <a:pt x="0" y="0"/>
                  </a:moveTo>
                  <a:lnTo>
                    <a:pt x="2192664" y="0"/>
                  </a:lnTo>
                  <a:lnTo>
                    <a:pt x="2192664" y="1756138"/>
                  </a:lnTo>
                  <a:lnTo>
                    <a:pt x="0" y="1756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cxnSp>
          <p:nvCxnSpPr>
            <p:cNvPr id="105" name="Google Shape;105;p3"/>
            <p:cNvCxnSpPr/>
            <p:nvPr/>
          </p:nvCxnSpPr>
          <p:spPr>
            <a:xfrm>
              <a:off x="25400" y="2678270"/>
              <a:ext cx="0" cy="1371600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7830593" y="2678270"/>
              <a:ext cx="0" cy="1371600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2641345" y="2665546"/>
              <a:ext cx="0" cy="1061159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</p:cxnSp>
        <p:cxnSp>
          <p:nvCxnSpPr>
            <p:cNvPr id="108" name="Google Shape;108;p3"/>
            <p:cNvCxnSpPr/>
            <p:nvPr/>
          </p:nvCxnSpPr>
          <p:spPr>
            <a:xfrm>
              <a:off x="5229452" y="2665546"/>
              <a:ext cx="0" cy="10525520"/>
            </a:xfrm>
            <a:prstGeom prst="straightConnector1">
              <a:avLst/>
            </a:prstGeom>
            <a:noFill/>
            <a:ln cap="flat" cmpd="sng" w="50800">
              <a:solidFill>
                <a:srgbClr val="000000"/>
              </a:solidFill>
              <a:prstDash val="lgDash"/>
              <a:round/>
              <a:headEnd len="sm" w="sm" type="none"/>
              <a:tailEnd len="sm" w="sm" type="none"/>
            </a:ln>
          </p:spPr>
        </p:cxnSp>
        <p:sp>
          <p:nvSpPr>
            <p:cNvPr id="109" name="Google Shape;109;p3"/>
            <p:cNvSpPr/>
            <p:nvPr/>
          </p:nvSpPr>
          <p:spPr>
            <a:xfrm rot="-5400000">
              <a:off x="-627648" y="1898596"/>
              <a:ext cx="3953976" cy="1957218"/>
            </a:xfrm>
            <a:custGeom>
              <a:rect b="b" l="l" r="r" t="t"/>
              <a:pathLst>
                <a:path extrusionOk="0" h="1957218" w="3953976">
                  <a:moveTo>
                    <a:pt x="0" y="0"/>
                  </a:moveTo>
                  <a:lnTo>
                    <a:pt x="3953976" y="0"/>
                  </a:lnTo>
                  <a:lnTo>
                    <a:pt x="3953976" y="1957218"/>
                  </a:lnTo>
                  <a:lnTo>
                    <a:pt x="0" y="195721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0" name="Google Shape;110;p3"/>
            <p:cNvSpPr/>
            <p:nvPr/>
          </p:nvSpPr>
          <p:spPr>
            <a:xfrm rot="-5400000">
              <a:off x="1985867" y="998379"/>
              <a:ext cx="3953976" cy="1957218"/>
            </a:xfrm>
            <a:custGeom>
              <a:rect b="b" l="l" r="r" t="t"/>
              <a:pathLst>
                <a:path extrusionOk="0" h="1957218" w="3953976">
                  <a:moveTo>
                    <a:pt x="0" y="0"/>
                  </a:moveTo>
                  <a:lnTo>
                    <a:pt x="3953975" y="0"/>
                  </a:lnTo>
                  <a:lnTo>
                    <a:pt x="3953975" y="1957218"/>
                  </a:lnTo>
                  <a:lnTo>
                    <a:pt x="0" y="195721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1" name="Google Shape;111;p3"/>
            <p:cNvSpPr/>
            <p:nvPr/>
          </p:nvSpPr>
          <p:spPr>
            <a:xfrm rot="-5462897">
              <a:off x="5566070" y="2234891"/>
              <a:ext cx="2192664" cy="1756138"/>
            </a:xfrm>
            <a:custGeom>
              <a:rect b="b" l="l" r="r" t="t"/>
              <a:pathLst>
                <a:path extrusionOk="0" h="1756138" w="2192664">
                  <a:moveTo>
                    <a:pt x="0" y="0"/>
                  </a:moveTo>
                  <a:lnTo>
                    <a:pt x="2192663" y="0"/>
                  </a:lnTo>
                  <a:lnTo>
                    <a:pt x="2192663" y="1756138"/>
                  </a:lnTo>
                  <a:lnTo>
                    <a:pt x="0" y="1756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2" name="Google Shape;112;p3"/>
            <p:cNvSpPr/>
            <p:nvPr/>
          </p:nvSpPr>
          <p:spPr>
            <a:xfrm rot="-6851299">
              <a:off x="5713505" y="4704225"/>
              <a:ext cx="2192664" cy="1756138"/>
            </a:xfrm>
            <a:custGeom>
              <a:rect b="b" l="l" r="r" t="t"/>
              <a:pathLst>
                <a:path extrusionOk="0" h="1756138" w="2192664">
                  <a:moveTo>
                    <a:pt x="0" y="0"/>
                  </a:moveTo>
                  <a:lnTo>
                    <a:pt x="2192664" y="0"/>
                  </a:lnTo>
                  <a:lnTo>
                    <a:pt x="2192664" y="1756138"/>
                  </a:lnTo>
                  <a:lnTo>
                    <a:pt x="0" y="175613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3" name="Google Shape;113;p3"/>
            <p:cNvSpPr/>
            <p:nvPr/>
          </p:nvSpPr>
          <p:spPr>
            <a:xfrm>
              <a:off x="636685" y="7651019"/>
              <a:ext cx="6681628" cy="4408934"/>
            </a:xfrm>
            <a:custGeom>
              <a:rect b="b" l="l" r="r" t="t"/>
              <a:pathLst>
                <a:path extrusionOk="0" h="4408934" w="6681628">
                  <a:moveTo>
                    <a:pt x="0" y="0"/>
                  </a:moveTo>
                  <a:lnTo>
                    <a:pt x="6681628" y="0"/>
                  </a:lnTo>
                  <a:lnTo>
                    <a:pt x="6681628" y="4408934"/>
                  </a:lnTo>
                  <a:lnTo>
                    <a:pt x="0" y="4408934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40938" l="0" r="0" t="0"/>
              </a:stretch>
            </a:blipFill>
            <a:ln>
              <a:noFill/>
            </a:ln>
          </p:spPr>
        </p:sp>
        <p:sp>
          <p:nvSpPr>
            <p:cNvPr id="114" name="Google Shape;114;p3"/>
            <p:cNvSpPr/>
            <p:nvPr/>
          </p:nvSpPr>
          <p:spPr>
            <a:xfrm>
              <a:off x="3452574" y="11815132"/>
              <a:ext cx="942243" cy="1256325"/>
            </a:xfrm>
            <a:custGeom>
              <a:rect b="b" l="l" r="r" t="t"/>
              <a:pathLst>
                <a:path extrusionOk="0" h="1256325" w="942243">
                  <a:moveTo>
                    <a:pt x="0" y="0"/>
                  </a:moveTo>
                  <a:lnTo>
                    <a:pt x="942243" y="0"/>
                  </a:lnTo>
                  <a:lnTo>
                    <a:pt x="942243" y="1256325"/>
                  </a:lnTo>
                  <a:lnTo>
                    <a:pt x="0" y="1256325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5" name="Google Shape;115;p3"/>
            <p:cNvSpPr/>
            <p:nvPr/>
          </p:nvSpPr>
          <p:spPr>
            <a:xfrm>
              <a:off x="5906658" y="8436606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6" name="Google Shape;116;p3"/>
            <p:cNvSpPr/>
            <p:nvPr/>
          </p:nvSpPr>
          <p:spPr>
            <a:xfrm>
              <a:off x="6662401" y="8438278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6" y="0"/>
                  </a:lnTo>
                  <a:lnTo>
                    <a:pt x="242676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7" name="Google Shape;117;p3"/>
            <p:cNvSpPr/>
            <p:nvPr/>
          </p:nvSpPr>
          <p:spPr>
            <a:xfrm>
              <a:off x="4702860" y="7970907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6" y="0"/>
                  </a:lnTo>
                  <a:lnTo>
                    <a:pt x="242676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8" name="Google Shape;118;p3"/>
            <p:cNvSpPr/>
            <p:nvPr/>
          </p:nvSpPr>
          <p:spPr>
            <a:xfrm>
              <a:off x="3546796" y="9750854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19" name="Google Shape;119;p3"/>
            <p:cNvSpPr/>
            <p:nvPr/>
          </p:nvSpPr>
          <p:spPr>
            <a:xfrm>
              <a:off x="1576073" y="6942150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0" name="Google Shape;120;p3"/>
            <p:cNvSpPr/>
            <p:nvPr/>
          </p:nvSpPr>
          <p:spPr>
            <a:xfrm>
              <a:off x="1212035" y="6559401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1" name="Google Shape;121;p3"/>
            <p:cNvSpPr/>
            <p:nvPr/>
          </p:nvSpPr>
          <p:spPr>
            <a:xfrm>
              <a:off x="3699821" y="5426334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2" name="Google Shape;122;p3"/>
            <p:cNvSpPr/>
            <p:nvPr/>
          </p:nvSpPr>
          <p:spPr>
            <a:xfrm>
              <a:off x="5229452" y="5258727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3" name="Google Shape;123;p3"/>
            <p:cNvSpPr/>
            <p:nvPr/>
          </p:nvSpPr>
          <p:spPr>
            <a:xfrm>
              <a:off x="5229452" y="5645509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4" name="Google Shape;124;p3"/>
            <p:cNvSpPr/>
            <p:nvPr/>
          </p:nvSpPr>
          <p:spPr>
            <a:xfrm>
              <a:off x="6905077" y="5420511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5" name="Google Shape;125;p3"/>
            <p:cNvSpPr/>
            <p:nvPr/>
          </p:nvSpPr>
          <p:spPr>
            <a:xfrm>
              <a:off x="6783739" y="3007909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6" name="Google Shape;126;p3"/>
            <p:cNvSpPr/>
            <p:nvPr/>
          </p:nvSpPr>
          <p:spPr>
            <a:xfrm>
              <a:off x="1697411" y="2684342"/>
              <a:ext cx="242675" cy="323567"/>
            </a:xfrm>
            <a:custGeom>
              <a:rect b="b" l="l" r="r" t="t"/>
              <a:pathLst>
                <a:path extrusionOk="0" h="323567" w="242675">
                  <a:moveTo>
                    <a:pt x="0" y="0"/>
                  </a:moveTo>
                  <a:lnTo>
                    <a:pt x="242675" y="0"/>
                  </a:lnTo>
                  <a:lnTo>
                    <a:pt x="242675" y="323567"/>
                  </a:lnTo>
                  <a:lnTo>
                    <a:pt x="0" y="32356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7" name="Google Shape;127;p3"/>
            <p:cNvSpPr/>
            <p:nvPr/>
          </p:nvSpPr>
          <p:spPr>
            <a:xfrm>
              <a:off x="42529" y="4569705"/>
              <a:ext cx="3462621" cy="2284842"/>
            </a:xfrm>
            <a:custGeom>
              <a:rect b="b" l="l" r="r" t="t"/>
              <a:pathLst>
                <a:path extrusionOk="0" h="2284842" w="3462621">
                  <a:moveTo>
                    <a:pt x="0" y="0"/>
                  </a:moveTo>
                  <a:lnTo>
                    <a:pt x="3462621" y="0"/>
                  </a:lnTo>
                  <a:lnTo>
                    <a:pt x="3462621" y="2284842"/>
                  </a:lnTo>
                  <a:lnTo>
                    <a:pt x="0" y="2284842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40938" l="0" r="0" t="0"/>
              </a:stretch>
            </a:blipFill>
            <a:ln>
              <a:noFill/>
            </a:ln>
          </p:spPr>
        </p:sp>
        <p:sp>
          <p:nvSpPr>
            <p:cNvPr id="128" name="Google Shape;128;p3"/>
            <p:cNvSpPr/>
            <p:nvPr/>
          </p:nvSpPr>
          <p:spPr>
            <a:xfrm>
              <a:off x="3378073" y="2818782"/>
              <a:ext cx="3462621" cy="2284842"/>
            </a:xfrm>
            <a:custGeom>
              <a:rect b="b" l="l" r="r" t="t"/>
              <a:pathLst>
                <a:path extrusionOk="0" h="2284842" w="3462621">
                  <a:moveTo>
                    <a:pt x="0" y="0"/>
                  </a:moveTo>
                  <a:lnTo>
                    <a:pt x="3462620" y="0"/>
                  </a:lnTo>
                  <a:lnTo>
                    <a:pt x="3462620" y="2284843"/>
                  </a:lnTo>
                  <a:lnTo>
                    <a:pt x="0" y="228484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40938" l="0" r="0" t="0"/>
              </a:stretch>
            </a:blipFill>
            <a:ln>
              <a:noFill/>
            </a:ln>
          </p:spPr>
        </p:sp>
        <p:sp>
          <p:nvSpPr>
            <p:cNvPr id="129" name="Google Shape;129;p3"/>
            <p:cNvSpPr/>
            <p:nvPr/>
          </p:nvSpPr>
          <p:spPr>
            <a:xfrm>
              <a:off x="5698034" y="6733680"/>
              <a:ext cx="2120165" cy="1399011"/>
            </a:xfrm>
            <a:custGeom>
              <a:rect b="b" l="l" r="r" t="t"/>
              <a:pathLst>
                <a:path extrusionOk="0" h="1399011" w="2120165">
                  <a:moveTo>
                    <a:pt x="0" y="0"/>
                  </a:moveTo>
                  <a:lnTo>
                    <a:pt x="2120166" y="0"/>
                  </a:lnTo>
                  <a:lnTo>
                    <a:pt x="2120166" y="1399010"/>
                  </a:lnTo>
                  <a:lnTo>
                    <a:pt x="0" y="139901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b="-40938" l="0" r="0" t="0"/>
              </a:stretch>
            </a:blipFill>
            <a:ln>
              <a:noFill/>
            </a:ln>
          </p:spPr>
        </p:sp>
      </p:grpSp>
      <p:sp>
        <p:nvSpPr>
          <p:cNvPr id="130" name="Google Shape;130;p3"/>
          <p:cNvSpPr/>
          <p:nvPr/>
        </p:nvSpPr>
        <p:spPr>
          <a:xfrm>
            <a:off x="16501461" y="-572192"/>
            <a:ext cx="2008139" cy="2172327"/>
          </a:xfrm>
          <a:custGeom>
            <a:rect b="b" l="l" r="r" t="t"/>
            <a:pathLst>
              <a:path extrusionOk="0" h="2172327" w="2008139">
                <a:moveTo>
                  <a:pt x="0" y="0"/>
                </a:moveTo>
                <a:lnTo>
                  <a:pt x="2008139" y="0"/>
                </a:lnTo>
                <a:lnTo>
                  <a:pt x="2008139" y="2172327"/>
                </a:lnTo>
                <a:lnTo>
                  <a:pt x="0" y="2172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8176" t="0"/>
            </a:stretch>
          </a:blipFill>
          <a:ln>
            <a:noFill/>
          </a:ln>
        </p:spPr>
      </p:sp>
      <p:sp>
        <p:nvSpPr>
          <p:cNvPr id="131" name="Google Shape;131;p3"/>
          <p:cNvSpPr txBox="1"/>
          <p:nvPr/>
        </p:nvSpPr>
        <p:spPr>
          <a:xfrm>
            <a:off x="687336" y="4409028"/>
            <a:ext cx="11540093" cy="2401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18868" lvl="1" marL="437737" marR="0" rtl="0" algn="l">
              <a:lnSpc>
                <a:spcPct val="190034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27"/>
              <a:buFont typeface="Arial"/>
              <a:buChar char="•"/>
            </a:pPr>
            <a:r>
              <a:rPr b="0" i="0" lang="en-US" sz="2027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Completely Offline</a:t>
            </a:r>
            <a:endParaRPr/>
          </a:p>
          <a:p>
            <a:pPr indent="-218868" lvl="1" marL="437737" marR="0" rtl="0" algn="l">
              <a:lnSpc>
                <a:spcPct val="190034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27"/>
              <a:buFont typeface="Arial"/>
              <a:buChar char="•"/>
            </a:pPr>
            <a:r>
              <a:rPr b="0" i="0" lang="en-US" sz="2027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Proactive driver notifications</a:t>
            </a:r>
            <a:endParaRPr/>
          </a:p>
          <a:p>
            <a:pPr indent="-218868" lvl="1" marL="437737" marR="0" rtl="0" algn="l">
              <a:lnSpc>
                <a:spcPct val="190034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27"/>
              <a:buFont typeface="Arial"/>
              <a:buChar char="•"/>
            </a:pPr>
            <a:r>
              <a:rPr b="0" i="0" lang="en-US" sz="2027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No additional hardware required</a:t>
            </a:r>
            <a:endParaRPr/>
          </a:p>
          <a:p>
            <a:pPr indent="-218868" lvl="1" marL="437737" marR="0" rtl="0" algn="l">
              <a:lnSpc>
                <a:spcPct val="190034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27"/>
              <a:buFont typeface="Arial"/>
              <a:buChar char="•"/>
            </a:pPr>
            <a:r>
              <a:rPr b="0" i="0" lang="en-US" sz="2027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Low overhead communication</a:t>
            </a:r>
            <a:endParaRPr/>
          </a:p>
          <a:p>
            <a:pPr indent="-218868" lvl="1" marL="437737" marR="0" rtl="0" algn="l">
              <a:lnSpc>
                <a:spcPct val="190034"/>
              </a:lnSpc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27"/>
              <a:buFont typeface="Arial"/>
              <a:buChar char="•"/>
            </a:pPr>
            <a:r>
              <a:rPr b="0" i="0" lang="en-US" sz="2027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Uses very less power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4"/>
          <p:cNvGrpSpPr/>
          <p:nvPr/>
        </p:nvGrpSpPr>
        <p:grpSpPr>
          <a:xfrm>
            <a:off x="6721473" y="1311994"/>
            <a:ext cx="10754992" cy="6638319"/>
            <a:chOff x="0" y="-47625"/>
            <a:chExt cx="2832590" cy="1748364"/>
          </a:xfrm>
        </p:grpSpPr>
        <p:sp>
          <p:nvSpPr>
            <p:cNvPr id="137" name="Google Shape;137;p4"/>
            <p:cNvSpPr/>
            <p:nvPr/>
          </p:nvSpPr>
          <p:spPr>
            <a:xfrm>
              <a:off x="0" y="0"/>
              <a:ext cx="2832590" cy="1700739"/>
            </a:xfrm>
            <a:custGeom>
              <a:rect b="b" l="l" r="r" t="t"/>
              <a:pathLst>
                <a:path extrusionOk="0" h="1700739" w="2832590">
                  <a:moveTo>
                    <a:pt x="35992" y="0"/>
                  </a:moveTo>
                  <a:lnTo>
                    <a:pt x="2796598" y="0"/>
                  </a:lnTo>
                  <a:cubicBezTo>
                    <a:pt x="2806144" y="0"/>
                    <a:pt x="2815299" y="3792"/>
                    <a:pt x="2822049" y="10542"/>
                  </a:cubicBezTo>
                  <a:cubicBezTo>
                    <a:pt x="2828798" y="17292"/>
                    <a:pt x="2832590" y="26446"/>
                    <a:pt x="2832590" y="35992"/>
                  </a:cubicBezTo>
                  <a:lnTo>
                    <a:pt x="2832590" y="1664747"/>
                  </a:lnTo>
                  <a:cubicBezTo>
                    <a:pt x="2832590" y="1684625"/>
                    <a:pt x="2816476" y="1700739"/>
                    <a:pt x="2796598" y="1700739"/>
                  </a:cubicBezTo>
                  <a:lnTo>
                    <a:pt x="35992" y="1700739"/>
                  </a:lnTo>
                  <a:cubicBezTo>
                    <a:pt x="16114" y="1700739"/>
                    <a:pt x="0" y="1684625"/>
                    <a:pt x="0" y="1664747"/>
                  </a:cubicBezTo>
                  <a:lnTo>
                    <a:pt x="0" y="35992"/>
                  </a:lnTo>
                  <a:cubicBezTo>
                    <a:pt x="0" y="16114"/>
                    <a:pt x="16114" y="0"/>
                    <a:pt x="35992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0" y="-47625"/>
              <a:ext cx="2832590" cy="17483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83987" y="1917022"/>
            <a:ext cx="10019961" cy="564932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 txBox="1"/>
          <p:nvPr/>
        </p:nvSpPr>
        <p:spPr>
          <a:xfrm>
            <a:off x="322925" y="1626175"/>
            <a:ext cx="6666000" cy="21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AMBULANCE DASHBOARD</a:t>
            </a:r>
            <a:endParaRPr sz="900"/>
          </a:p>
        </p:txBody>
      </p:sp>
      <p:sp>
        <p:nvSpPr>
          <p:cNvPr id="141" name="Google Shape;141;p4"/>
          <p:cNvSpPr txBox="1"/>
          <p:nvPr/>
        </p:nvSpPr>
        <p:spPr>
          <a:xfrm>
            <a:off x="322914" y="4371681"/>
            <a:ext cx="5770228" cy="579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Can select and switch lanes which is reflected in the broadcast message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322914" y="5324475"/>
            <a:ext cx="5770228" cy="579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Send out GPS coordinates and direction along with the message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16501461" y="-572192"/>
            <a:ext cx="2008139" cy="2172327"/>
          </a:xfrm>
          <a:custGeom>
            <a:rect b="b" l="l" r="r" t="t"/>
            <a:pathLst>
              <a:path extrusionOk="0" h="2172327" w="2008139">
                <a:moveTo>
                  <a:pt x="0" y="0"/>
                </a:moveTo>
                <a:lnTo>
                  <a:pt x="2008139" y="0"/>
                </a:lnTo>
                <a:lnTo>
                  <a:pt x="2008139" y="2172327"/>
                </a:lnTo>
                <a:lnTo>
                  <a:pt x="0" y="2172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176" t="0"/>
            </a:stretch>
          </a:blipFill>
          <a:ln>
            <a:noFill/>
          </a:ln>
        </p:spPr>
      </p:sp>
      <p:sp>
        <p:nvSpPr>
          <p:cNvPr id="144" name="Google Shape;144;p4"/>
          <p:cNvSpPr txBox="1"/>
          <p:nvPr/>
        </p:nvSpPr>
        <p:spPr>
          <a:xfrm>
            <a:off x="322914" y="6275705"/>
            <a:ext cx="5770228" cy="579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Starts transmitting when ‘Trandmit’ is pressed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5"/>
          <p:cNvGrpSpPr/>
          <p:nvPr/>
        </p:nvGrpSpPr>
        <p:grpSpPr>
          <a:xfrm>
            <a:off x="11627560" y="364869"/>
            <a:ext cx="4462177" cy="9411999"/>
            <a:chOff x="0" y="-47625"/>
            <a:chExt cx="1175224" cy="2478880"/>
          </a:xfrm>
        </p:grpSpPr>
        <p:sp>
          <p:nvSpPr>
            <p:cNvPr id="150" name="Google Shape;150;p5"/>
            <p:cNvSpPr/>
            <p:nvPr/>
          </p:nvSpPr>
          <p:spPr>
            <a:xfrm>
              <a:off x="0" y="0"/>
              <a:ext cx="1175224" cy="2431255"/>
            </a:xfrm>
            <a:custGeom>
              <a:rect b="b" l="l" r="r" t="t"/>
              <a:pathLst>
                <a:path extrusionOk="0" h="2431255" w="1175224">
                  <a:moveTo>
                    <a:pt x="86750" y="0"/>
                  </a:moveTo>
                  <a:lnTo>
                    <a:pt x="1088473" y="0"/>
                  </a:lnTo>
                  <a:cubicBezTo>
                    <a:pt x="1136384" y="0"/>
                    <a:pt x="1175224" y="38840"/>
                    <a:pt x="1175224" y="86750"/>
                  </a:cubicBezTo>
                  <a:lnTo>
                    <a:pt x="1175224" y="2344504"/>
                  </a:lnTo>
                  <a:cubicBezTo>
                    <a:pt x="1175224" y="2392415"/>
                    <a:pt x="1136384" y="2431255"/>
                    <a:pt x="1088473" y="2431255"/>
                  </a:cubicBezTo>
                  <a:lnTo>
                    <a:pt x="86750" y="2431255"/>
                  </a:lnTo>
                  <a:cubicBezTo>
                    <a:pt x="38840" y="2431255"/>
                    <a:pt x="0" y="2392415"/>
                    <a:pt x="0" y="2344504"/>
                  </a:cubicBezTo>
                  <a:lnTo>
                    <a:pt x="0" y="86750"/>
                  </a:lnTo>
                  <a:cubicBezTo>
                    <a:pt x="0" y="38840"/>
                    <a:pt x="38840" y="0"/>
                    <a:pt x="86750" y="0"/>
                  </a:cubicBezTo>
                  <a:close/>
                </a:path>
              </a:pathLst>
            </a:custGeom>
            <a:solidFill>
              <a:srgbClr val="1717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 txBox="1"/>
            <p:nvPr/>
          </p:nvSpPr>
          <p:spPr>
            <a:xfrm>
              <a:off x="0" y="-47625"/>
              <a:ext cx="1175224" cy="24788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8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90702" y="772117"/>
            <a:ext cx="3970813" cy="873578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1264376" y="2333953"/>
            <a:ext cx="5770228" cy="2018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RECEIVER END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1264376" y="4659680"/>
            <a:ext cx="8915400" cy="37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227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Receives the bluetooth transmission</a:t>
            </a:r>
            <a:endParaRPr/>
          </a:p>
          <a:p>
            <a:pPr indent="0" lvl="0" marL="0" marR="0" rtl="0" algn="just">
              <a:lnSpc>
                <a:spcPct val="227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Determines </a:t>
            </a:r>
            <a:r>
              <a:rPr lang="en-US" sz="2399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whether</a:t>
            </a:r>
            <a:r>
              <a:rPr b="0" i="0" lang="en-US" sz="23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 it is relevant to the user </a:t>
            </a:r>
            <a:endParaRPr/>
          </a:p>
          <a:p>
            <a:pPr indent="0" lvl="0" marL="0" marR="0" rtl="0" algn="just">
              <a:lnSpc>
                <a:spcPct val="227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Broadcasts the message if relevant</a:t>
            </a:r>
            <a:endParaRPr/>
          </a:p>
          <a:p>
            <a:pPr indent="0" lvl="0" marL="0" marR="0" rtl="0" algn="just">
              <a:lnSpc>
                <a:spcPct val="227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And transmits a </a:t>
            </a:r>
            <a:r>
              <a:rPr lang="en-US" sz="2399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similar</a:t>
            </a:r>
            <a:r>
              <a:rPr b="0" i="0" lang="en-US" sz="23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 signal forward </a:t>
            </a:r>
            <a:endParaRPr/>
          </a:p>
          <a:p>
            <a:pPr indent="0" lvl="0" marL="0" marR="0" rtl="0" algn="just">
              <a:lnSpc>
                <a:spcPct val="2270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Can run in low energy mode in the background</a:t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16501461" y="-572192"/>
            <a:ext cx="2008139" cy="2172327"/>
          </a:xfrm>
          <a:custGeom>
            <a:rect b="b" l="l" r="r" t="t"/>
            <a:pathLst>
              <a:path extrusionOk="0" h="2172327" w="2008139">
                <a:moveTo>
                  <a:pt x="0" y="0"/>
                </a:moveTo>
                <a:lnTo>
                  <a:pt x="2008139" y="0"/>
                </a:lnTo>
                <a:lnTo>
                  <a:pt x="2008139" y="2172327"/>
                </a:lnTo>
                <a:lnTo>
                  <a:pt x="0" y="2172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176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7541186" y="4918875"/>
            <a:ext cx="3435858" cy="4114800"/>
          </a:xfrm>
          <a:custGeom>
            <a:rect b="b" l="l" r="r" t="t"/>
            <a:pathLst>
              <a:path extrusionOk="0" h="4114800" w="3435858">
                <a:moveTo>
                  <a:pt x="0" y="0"/>
                </a:moveTo>
                <a:lnTo>
                  <a:pt x="3435858" y="0"/>
                </a:lnTo>
                <a:lnTo>
                  <a:pt x="34358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6"/>
          <p:cNvSpPr txBox="1"/>
          <p:nvPr/>
        </p:nvSpPr>
        <p:spPr>
          <a:xfrm>
            <a:off x="1542561" y="1483916"/>
            <a:ext cx="15202878" cy="2408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00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WHO IS GOING TO INSTALL AN APP?</a:t>
            </a:r>
            <a:endParaRPr/>
          </a:p>
        </p:txBody>
      </p:sp>
      <p:sp>
        <p:nvSpPr>
          <p:cNvPr id="162" name="Google Shape;162;p6"/>
          <p:cNvSpPr txBox="1"/>
          <p:nvPr/>
        </p:nvSpPr>
        <p:spPr>
          <a:xfrm>
            <a:off x="5771828" y="4052742"/>
            <a:ext cx="67356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9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Spoiler alert: nobody(including me)</a:t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16501461" y="-572192"/>
            <a:ext cx="2008139" cy="2172327"/>
          </a:xfrm>
          <a:custGeom>
            <a:rect b="b" l="l" r="r" t="t"/>
            <a:pathLst>
              <a:path extrusionOk="0" h="2172327" w="2008139">
                <a:moveTo>
                  <a:pt x="0" y="0"/>
                </a:moveTo>
                <a:lnTo>
                  <a:pt x="2008139" y="0"/>
                </a:lnTo>
                <a:lnTo>
                  <a:pt x="2008139" y="2172327"/>
                </a:lnTo>
                <a:lnTo>
                  <a:pt x="0" y="2172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8176" t="0"/>
            </a:stretch>
          </a:blipFill>
          <a:ln>
            <a:noFill/>
          </a:ln>
        </p:spPr>
      </p:sp>
      <p:sp>
        <p:nvSpPr>
          <p:cNvPr id="164" name="Google Shape;164;p6"/>
          <p:cNvSpPr/>
          <p:nvPr/>
        </p:nvSpPr>
        <p:spPr>
          <a:xfrm>
            <a:off x="7769737" y="5599150"/>
            <a:ext cx="2739641" cy="2963638"/>
          </a:xfrm>
          <a:custGeom>
            <a:rect b="b" l="l" r="r" t="t"/>
            <a:pathLst>
              <a:path extrusionOk="0" h="2963638" w="2739641">
                <a:moveTo>
                  <a:pt x="0" y="0"/>
                </a:moveTo>
                <a:lnTo>
                  <a:pt x="2739641" y="0"/>
                </a:lnTo>
                <a:lnTo>
                  <a:pt x="2739641" y="2963638"/>
                </a:lnTo>
                <a:lnTo>
                  <a:pt x="0" y="29636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8176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8F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 txBox="1"/>
          <p:nvPr/>
        </p:nvSpPr>
        <p:spPr>
          <a:xfrm>
            <a:off x="6225242" y="3960909"/>
            <a:ext cx="7024276" cy="1860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3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Lets MAKE WAY....                                </a:t>
            </a:r>
            <a:endParaRPr/>
          </a:p>
          <a:p>
            <a:pPr indent="0" lvl="0" marL="0" marR="0" rtl="0" algn="ctr">
              <a:lnSpc>
                <a:spcPct val="8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03" u="none" cap="none" strike="noStrike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... to save a life</a:t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16501461" y="-572192"/>
            <a:ext cx="2008139" cy="2172327"/>
          </a:xfrm>
          <a:custGeom>
            <a:rect b="b" l="l" r="r" t="t"/>
            <a:pathLst>
              <a:path extrusionOk="0" h="2172327" w="2008139">
                <a:moveTo>
                  <a:pt x="0" y="0"/>
                </a:moveTo>
                <a:lnTo>
                  <a:pt x="2008139" y="0"/>
                </a:lnTo>
                <a:lnTo>
                  <a:pt x="2008139" y="2172327"/>
                </a:lnTo>
                <a:lnTo>
                  <a:pt x="0" y="21723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8176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